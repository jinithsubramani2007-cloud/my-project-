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Stem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Stem Cells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Stem cells are undifferentiated cells capable of self-renewal and differentiation into specialized cell 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Stem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Embryonic Stem Cells</a:t>
            </a:r>
          </a:p>
          <a:p>
            <a:r>
              <a:t>Adult Stem Cells</a:t>
            </a:r>
          </a:p>
          <a:p>
            <a:r>
              <a:t>Induced Pluripotent Stem Cells (iPSCs)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Embryonic Stem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Derived from blastocyst stage</a:t>
            </a:r>
          </a:p>
          <a:p>
            <a:r>
              <a:t>Pluripotent in nature</a:t>
            </a:r>
          </a:p>
          <a:p>
            <a:r>
              <a:t>High differentiation 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Adult Stem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 in tissues like bone marrow</a:t>
            </a:r>
          </a:p>
          <a:p>
            <a:r>
              <a:t>Multipotent</a:t>
            </a:r>
          </a:p>
          <a:p>
            <a:r>
              <a:t>Limited differentiation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iPSCs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Reprogrammed adult cells</a:t>
            </a:r>
          </a:p>
          <a:p>
            <a:r>
              <a:t>Similar to embryonic stem cells</a:t>
            </a:r>
          </a:p>
          <a:p>
            <a:r>
              <a:t>Used in research and therapy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Regenerative medicine</a:t>
            </a:r>
          </a:p>
          <a:p>
            <a:r>
              <a:t>Treatment of diseases</a:t>
            </a:r>
          </a:p>
          <a:p>
            <a:r>
              <a:t>Drug testing</a:t>
            </a:r>
          </a:p>
          <a:p>
            <a:r>
              <a:t>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Repair damaged tissues</a:t>
            </a:r>
          </a:p>
          <a:p>
            <a:r>
              <a:t>Potential to cure diseases like Parkinson’s, diabetes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issues</a:t>
            </a:r>
          </a:p>
          <a:p>
            <a:r>
              <a:t>Risk of tumor formation</a:t>
            </a:r>
          </a:p>
          <a:p>
            <a:r>
              <a:t>Technical challenges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Stem cells are a powerful tool in modern medicine with promising future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